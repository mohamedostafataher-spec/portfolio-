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instagram.com/p/DdHJzz-jGrm/?stkn=azk4MXoyM285cGRl" TargetMode="External"/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image" Target="../media/image-8-8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5852160" cy="5852160"/>
          </a:xfrm>
          <a:prstGeom prst="ellipse">
            <a:avLst/>
          </a:prstGeom>
          <a:solidFill>
            <a:srgbClr val="F0952E">
              <a:alpha val="16000"/>
            </a:srgbClr>
          </a:solidFill>
          <a:ln/>
        </p:spPr>
      </p:sp>
      <p:pic>
        <p:nvPicPr>
          <p:cNvPr id="3" name="Image 0" descr="/home/claude/a12v2/assets/carousel_8_c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0"/>
            <a:ext cx="41879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0E1420">
              <a:alpha val="8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955280" y="0"/>
            <a:ext cx="45720" cy="6858000"/>
          </a:xfrm>
          <a:prstGeom prst="rect">
            <a:avLst/>
          </a:prstGeom>
          <a:solidFill>
            <a:srgbClr val="F0952E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640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14173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TAKAA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Drink · Egyptian Lifestyle Brand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مودك ناقصه تاكة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13232" y="3429000"/>
            <a:ext cx="1280160" cy="0"/>
          </a:xfrm>
          <a:prstGeom prst="line">
            <a:avLst/>
          </a:prstGeom>
          <a:noFill/>
          <a:ln w="19050">
            <a:solidFill>
              <a:srgbClr val="F095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566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Page Setup  ·  AI Commercial Video  ·  Social Media Carousel  ·  CapCut Template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4572000"/>
            <a:ext cx="6766560" cy="1463040"/>
          </a:xfrm>
          <a:prstGeom prst="roundRect">
            <a:avLst>
              <a:gd name="adj" fmla="val 5625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7091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optimize an Instagram page.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Commercial Video, Social Media Carousel, and a CapCut Template — all for one chosen brand.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63093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Mohamed Mostafa Taher   |   Student Code: 21172333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Requirements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Taher  |  ID 21172333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1097280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99032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73352"/>
            <a:ext cx="548640" cy="54864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8" name="Image 0" descr="/home/claude/portfolio/assets/icon_inst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1821485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6916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645920" y="19293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Page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45059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optimize an Instagram page — profile, bio, visual identity and content focus.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399032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1673352"/>
            <a:ext cx="548640" cy="54864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14" name="Image 1" descr="/home/claude/portfolio/assets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093" y="1821485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6916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269480" y="19293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Commercial Video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7960" y="245059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trending content on Instagram, TikTok &amp; Pinterest. Create a short, trendy AI-generated commercial video.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3776472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4400" y="4050792"/>
            <a:ext cx="548640" cy="54864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20" name="Image 2" descr="/home/claude/portfolio/assets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4198925"/>
            <a:ext cx="252374" cy="2523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0690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2b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645920" y="43068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Carousel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14400" y="48280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5–8 slide carousel, using Canva, AI, or both.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63640" y="3776472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37960" y="4050792"/>
            <a:ext cx="548640" cy="54864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26" name="Image 3" descr="/home/claude/portfolio/assets/icon_w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093" y="4198925"/>
            <a:ext cx="252374" cy="25237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69480" y="40690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2c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269480" y="43068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 Template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537960" y="48280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trending CapCut template and adapt it creatively so it feels like real brand content, not just a template.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BRAND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TAKAA?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Taher  |  ID 21172333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1097280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pic>
        <p:nvPicPr>
          <p:cNvPr id="6" name="Image 0" descr="/home/claude/a12v2/assets/carousel_1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399032"/>
            <a:ext cx="3840480" cy="5120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399032"/>
            <a:ext cx="3840480" cy="5120640"/>
          </a:xfrm>
          <a:prstGeom prst="roundRect">
            <a:avLst>
              <a:gd name="adj" fmla="val 2143"/>
            </a:avLst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399032"/>
            <a:ext cx="6675120" cy="1417320"/>
          </a:xfrm>
          <a:prstGeom prst="roundRect">
            <a:avLst>
              <a:gd name="adj" fmla="val 5806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837944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TAKAA is a fictional Egyptian energy-drink brand built around one idea: your mood doesn’t need a big reset — just a small tweak.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999232"/>
            <a:ext cx="6675120" cy="1371600"/>
          </a:xfrm>
          <a:prstGeom prst="roundRect">
            <a:avLst>
              <a:gd name="adj" fmla="val 600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136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41071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the Tweak.”   ·   “مودك ناقصه تاكة.”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553712"/>
            <a:ext cx="6675120" cy="1965960"/>
          </a:xfrm>
          <a:prstGeom prst="roundRect">
            <a:avLst>
              <a:gd name="adj" fmla="val 4186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690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5010912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+ warm orange — evening-in-Cairo color palette</a:t>
            </a:r>
            <a:endParaRPr lang="en-US" sz="1150" dirty="0"/>
          </a:p>
          <a:p>
            <a:pPr algn="l"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landmarks (pyramids, felucca boats, skyline) as backdrop</a:t>
            </a:r>
            <a:endParaRPr lang="en-US" sz="1150" dirty="0"/>
          </a:p>
          <a:p>
            <a:pPr algn="l"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Condensation, ice and splash details for a “cold refresh” feel</a:t>
            </a:r>
            <a:endParaRPr lang="en-US" sz="1150" dirty="0"/>
          </a:p>
          <a:p>
            <a:pPr algn="l"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Bold, hand-drawn-style logotype for an energetic, youthful tone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INSTAGRAM 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Setup — @mohamedostafa5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Taher  |  ID 21172333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1097280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pic>
        <p:nvPicPr>
          <p:cNvPr id="6" name="Image 0" descr="/home/claude/a12v2/assets/ig_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9032"/>
            <a:ext cx="4206240" cy="34467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99032"/>
            <a:ext cx="4206240" cy="344678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66360" y="1399032"/>
            <a:ext cx="6382512" cy="5120640"/>
          </a:xfrm>
          <a:prstGeom prst="roundRect">
            <a:avLst>
              <a:gd name="adj" fmla="val 1607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1581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STRUCTURE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40680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1993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| Creative Marketing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40680" y="25237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LINE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60920" y="25237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× AI Creativity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4068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LINE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60920" y="30540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AI Ads • Creative Content • Strategy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40680" y="3584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LINE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60920" y="3584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Turning ideas into scroll-stopping stories...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40680" y="4160520"/>
            <a:ext cx="585216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0680" y="43159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BIO WORKS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40680" y="461772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line states the role immediately — no guessing what the page is for.</a:t>
            </a:r>
            <a:endParaRPr lang="en-US" sz="1100" dirty="0"/>
          </a:p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line (Marketing × AI) positions the niche in 4 words.</a:t>
            </a:r>
            <a:endParaRPr lang="en-US" sz="1100" dirty="0"/>
          </a:p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emoji-led lines separate “what I do” from “why it matters” — scannable in 2 seconds.</a:t>
            </a:r>
            <a:endParaRPr lang="en-US" sz="1100" dirty="0"/>
          </a:p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“Scroll-stopping stories” hints at tone without over-explaining.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INSTAGRAM 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Checklist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Taher  |  ID 21172333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1097280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99032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27632"/>
            <a:ext cx="502920" cy="50292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8" name="Image 0" descr="/home/claude/portfolio/assets/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68" y="1763420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Positioning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67919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states the exact niche (Digital Marketing × AI Creativity) instead of a vague “content creator” label.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25696" y="1399032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54296" y="1627632"/>
            <a:ext cx="502920" cy="50292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13" name="Image 1" descr="/home/claude/portfolio/assets/icon_palet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084" y="1763420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4296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Visual Identity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54296" y="267919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photo, grid and highlights should follow one color mood so the page reads as one brand, not scattered posts.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11312" y="1399032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39912" y="1627632"/>
            <a:ext cx="502920" cy="50292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18" name="Image 2" descr="/home/claude/portfolio/assets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00" y="1763420"/>
            <a:ext cx="231343" cy="231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9912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Pillars First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39912" y="267919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Ads, Creative Content and Strategy give visitors 3 clear reasons to follow — defined before posting starts.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0080" y="3867912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68680" y="4096512"/>
            <a:ext cx="502920" cy="50292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23" name="Image 3" descr="/home/claude/portfolio/assets/icon_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68" y="4232300"/>
            <a:ext cx="231343" cy="2313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4736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Over Claims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68680" y="514807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 (TAKAA carousel, AI commercial, CapCut edit) replaces generic “experienced marketer” language.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425696" y="3867912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54296" y="4096512"/>
            <a:ext cx="502920" cy="50292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28" name="Image 4" descr="/home/claude/portfolio/assets/icon_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084" y="4232300"/>
            <a:ext cx="231343" cy="23134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54296" y="4736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CTA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654296" y="514807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Link-in-bio and DM point to a single next step — view the portfolio or start a conversation.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211312" y="3867912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39912" y="4096512"/>
            <a:ext cx="502920" cy="502920"/>
          </a:xfrm>
          <a:prstGeom prst="ellipse">
            <a:avLst/>
          </a:prstGeom>
          <a:solidFill>
            <a:srgbClr val="F0952E"/>
          </a:solidFill>
          <a:ln/>
        </p:spPr>
      </p:sp>
      <p:pic>
        <p:nvPicPr>
          <p:cNvPr id="33" name="Image 5" descr="/home/claude/portfolio/assets/icon_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5700" y="4232300"/>
            <a:ext cx="231343" cy="23134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39912" y="4736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Discipline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439912" y="514807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0 followers is normal — the priority is a page that converts a first-time visitor, not vanity metrics.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12v2/assets/commercial_hero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1420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2A · AI COMMERCIAL VIDEO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509760" y="36576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 w="12700">
            <a:solidFill>
              <a:srgbClr val="F095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0" y="365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TAKAA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58368" y="5074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the Tweak” — Cinematic Product Film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5577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Vertical 9:16  ·  ~50 sec  ·  AI-generated cinematic visuals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Video link: Google Drive / YouTube — add before submission ]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2A · AI COMMERCIAL VIDEO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Concept, Trend Research &amp; Execution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Taher  |  ID 21172333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1097280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99032"/>
            <a:ext cx="5394960" cy="5120640"/>
          </a:xfrm>
          <a:prstGeom prst="roundRect">
            <a:avLst>
              <a:gd name="adj" fmla="val 1607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product-hero film: the TAKAA can travels through iconic Egyptian settings — skyline, pyramids, the Nile — landing in a splash reveal at golden hour.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770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RESEARCH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090672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Pinterest: product-floats-through-scenery ad trend for beverage brands</a:t>
            </a:r>
            <a:endParaRPr lang="en-US" sz="1080" dirty="0"/>
          </a:p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Reels: golden-hour rooftop product reveals with condensation close-ups</a:t>
            </a:r>
            <a:endParaRPr lang="en-US" sz="1080" dirty="0"/>
          </a:p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 fast whoosh transitions between landmark and product shots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14400" y="4507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828032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scenes: skyline, pyramids-in-clouds, Nile felucca</a:t>
            </a:r>
            <a:endParaRPr lang="en-US" sz="1080" dirty="0"/>
          </a:p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can design and lighting across every generated shot</a:t>
            </a:r>
            <a:endParaRPr lang="en-US" sz="1080" dirty="0"/>
          </a:p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/ condensation close-ups for tactile, “cold drink” appeal</a:t>
            </a:r>
            <a:endParaRPr lang="en-US" sz="1080" dirty="0"/>
          </a:p>
          <a:p>
            <a:pPr algn="l" marL="203200" indent="-2032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on logo card with tagline in English + Arabic</a:t>
            </a:r>
            <a:endParaRPr lang="en-US" sz="1080" dirty="0"/>
          </a:p>
        </p:txBody>
      </p:sp>
      <p:pic>
        <p:nvPicPr>
          <p:cNvPr id="13" name="Image 0" descr="/home/claude/a12v2/assets/commercial_hero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399032"/>
            <a:ext cx="2606040" cy="3657600"/>
          </a:xfrm>
          <a:prstGeom prst="rect">
            <a:avLst/>
          </a:prstGeom>
        </p:spPr>
      </p:pic>
      <p:pic>
        <p:nvPicPr>
          <p:cNvPr id="14" name="Image 1" descr="/home/claude/a12v2/assets/commercial_hero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88552" y="1399032"/>
            <a:ext cx="2606040" cy="3657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63640" y="5193792"/>
            <a:ext cx="5330952" cy="1325880"/>
          </a:xfrm>
          <a:prstGeom prst="roundRect">
            <a:avLst>
              <a:gd name="adj" fmla="val 6207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53309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Message: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mood, not the whole day.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92240" y="57424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 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مودك ناقصه تاكة — Take the Tweak.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2B · SOCIAL MEDIA CAROUSEL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“5 Signs Your Mood Needs a Tweak” — 8 Slides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Taher  |  ID 21172333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1097280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pic>
        <p:nvPicPr>
          <p:cNvPr id="6" name="Image 0" descr="/home/claude/a12v2/assets/carousel_1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44752"/>
            <a:ext cx="1316736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444752"/>
            <a:ext cx="1316736" cy="164592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52144" y="2871216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52144" y="2871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650" dirty="0"/>
          </a:p>
        </p:txBody>
      </p:sp>
      <p:pic>
        <p:nvPicPr>
          <p:cNvPr id="10" name="Image 1" descr="/home/claude/a12v2/assets/carousel_2_tire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48256" y="1444752"/>
            <a:ext cx="1316736" cy="1645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048256" y="1444752"/>
            <a:ext cx="1316736" cy="164592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60320" y="2871216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2560320" y="2871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650" dirty="0"/>
          </a:p>
        </p:txBody>
      </p:sp>
      <p:pic>
        <p:nvPicPr>
          <p:cNvPr id="14" name="Image 2" descr="/home/claude/a12v2/assets/carousel_3_annoyin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56432" y="1444752"/>
            <a:ext cx="1316736" cy="16459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456432" y="1444752"/>
            <a:ext cx="1316736" cy="164592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968496" y="2871216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3968496" y="2871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650" dirty="0"/>
          </a:p>
        </p:txBody>
      </p:sp>
      <p:pic>
        <p:nvPicPr>
          <p:cNvPr id="18" name="Image 3" descr="/home/claude/a12v2/assets/carousel_4_notreallyher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64608" y="1444752"/>
            <a:ext cx="1316736" cy="16459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864608" y="1444752"/>
            <a:ext cx="1316736" cy="164592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76672" y="2871216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5376672" y="2871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650" dirty="0"/>
          </a:p>
        </p:txBody>
      </p:sp>
      <p:pic>
        <p:nvPicPr>
          <p:cNvPr id="22" name="Image 4" descr="/home/claude/a12v2/assets/carousel_5_switch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72784" y="1444752"/>
            <a:ext cx="1316736" cy="164592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272784" y="1444752"/>
            <a:ext cx="1316736" cy="164592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784848" y="2871216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6784848" y="2871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650" dirty="0"/>
          </a:p>
        </p:txBody>
      </p:sp>
      <p:pic>
        <p:nvPicPr>
          <p:cNvPr id="26" name="Image 5" descr="/home/claude/a12v2/assets/carousel_6_moving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80960" y="1444752"/>
            <a:ext cx="1316736" cy="16459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680960" y="1444752"/>
            <a:ext cx="1316736" cy="164592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193024" y="2871216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8193024" y="2871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650" dirty="0"/>
          </a:p>
        </p:txBody>
      </p:sp>
      <p:pic>
        <p:nvPicPr>
          <p:cNvPr id="30" name="Image 6" descr="/home/claude/a12v2/assets/carousel_7_theswitch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89136" y="1444752"/>
            <a:ext cx="1316736" cy="164592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9089136" y="1444752"/>
            <a:ext cx="1316736" cy="164592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9601200" y="2871216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3" name="Text 24"/>
          <p:cNvSpPr/>
          <p:nvPr/>
        </p:nvSpPr>
        <p:spPr>
          <a:xfrm>
            <a:off x="9601200" y="2871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650" dirty="0"/>
          </a:p>
        </p:txBody>
      </p:sp>
      <p:pic>
        <p:nvPicPr>
          <p:cNvPr id="34" name="Image 7" descr="/home/claude/a12v2/assets/carousel_8_cta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497312" y="1444752"/>
            <a:ext cx="1316736" cy="164592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10497312" y="1444752"/>
            <a:ext cx="1316736" cy="1645920"/>
          </a:xfrm>
          <a:prstGeom prst="rect">
            <a:avLst/>
          </a:prstGeom>
          <a:ln w="12700">
            <a:solidFill>
              <a:srgbClr val="263248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11009376" y="2871216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7" name="Text 27"/>
          <p:cNvSpPr/>
          <p:nvPr/>
        </p:nvSpPr>
        <p:spPr>
          <a:xfrm>
            <a:off x="11009376" y="2871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650" dirty="0"/>
          </a:p>
        </p:txBody>
      </p:sp>
      <p:sp>
        <p:nvSpPr>
          <p:cNvPr id="38" name="Shape 28"/>
          <p:cNvSpPr/>
          <p:nvPr/>
        </p:nvSpPr>
        <p:spPr>
          <a:xfrm>
            <a:off x="640080" y="3364992"/>
            <a:ext cx="10908792" cy="2468880"/>
          </a:xfrm>
          <a:prstGeom prst="roundRect">
            <a:avLst>
              <a:gd name="adj" fmla="val 3333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914400" y="35478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ARC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914400" y="3840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→ 5 relatable “mood dip” moments (tired, annoyed, distracted, needing a switch, ready to move) → Before/After “The Switch” → product CTA card.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6035040" y="3547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POST</a:t>
            </a:r>
            <a:endParaRPr lang="en-US" sz="1150" dirty="0"/>
          </a:p>
        </p:txBody>
      </p:sp>
      <p:sp>
        <p:nvSpPr>
          <p:cNvPr id="42" name="Text 32">
            <a:hlinkClick r:id="rId9" tooltip=""/>
          </p:cNvPr>
          <p:cNvSpPr/>
          <p:nvPr/>
        </p:nvSpPr>
        <p:spPr>
          <a:xfrm>
            <a:off x="6035040" y="3840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instagram.com/p/DdHJzz-jGrm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035040" y="418795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carousel post, published on Instagram — caption, hashtags and swipe CTA included.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914400" y="4873752"/>
            <a:ext cx="1033272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914400" y="50566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+ AI-generated visuals, 1080×1350, unified navy/orange color grade across all 8 frames.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12v2/assets/capcut_hero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1420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2C · CAPCUT TEMPLATE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692640" y="3657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 w="12700">
            <a:solidFill>
              <a:srgbClr val="F095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0" y="365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 EDIT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TAKAA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58368" y="5074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“Product Reveal” CapCut Template — Adapted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5577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Vertical 9:16  ·  ~17 sec  ·  Trending CapCut transitions + effects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Video link: Google Drive / YouTube — add before submission 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2C · CAPCUT TEMPLATE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Choice &amp; Brand Adaptation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Mostafa Taher  |  ID 21172333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10972800" cy="0"/>
          </a:xfrm>
          <a:prstGeom prst="line">
            <a:avLst/>
          </a:prstGeom>
          <a:noFill/>
          <a:ln w="12700">
            <a:solidFill>
              <a:srgbClr val="2632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99032"/>
            <a:ext cx="5394960" cy="5120640"/>
          </a:xfrm>
          <a:prstGeom prst="roundRect">
            <a:avLst>
              <a:gd name="adj" fmla="val 1607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FOUND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trending CapCut “product pop-reveal” template: quick zoom-punch cuts, a can-opening snap transition, and a rooftop-city backdrop — popular in F&amp;B / beverage Reels right now.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953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ADAPTED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273552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the generic template product for the actual TAKAA can and label</a:t>
            </a:r>
            <a:endParaRPr lang="en-US" sz="1080" dirty="0"/>
          </a:p>
          <a:p>
            <a:pPr algn="l"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the background to a real Cairo rooftop-at-sunset setting, not a stock backdrop</a:t>
            </a:r>
            <a:endParaRPr lang="en-US" sz="1080" dirty="0"/>
          </a:p>
          <a:p>
            <a:pPr algn="l"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template's snap-zoom and ring-pull transition beats, timed to the can opening</a:t>
            </a:r>
            <a:endParaRPr lang="en-US" sz="1080" dirty="0"/>
          </a:p>
          <a:p>
            <a:pPr algn="l"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ice and condensation details specific to TAKAA's “cold refresh” visual identity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14400" y="5193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FEELS LIKE BRAND CONTENT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551383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i="1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supplies the pacing; TAKAA's colors, logo and setting supply the identity — so the edit reads as a TAKAA post first, a template second.</a:t>
            </a:r>
            <a:endParaRPr lang="en-US" sz="1080" dirty="0"/>
          </a:p>
        </p:txBody>
      </p:sp>
      <p:pic>
        <p:nvPicPr>
          <p:cNvPr id="13" name="Image 0" descr="/home/claude/a12v2/assets/capcut_hero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399032"/>
            <a:ext cx="2606040" cy="3657600"/>
          </a:xfrm>
          <a:prstGeom prst="rect">
            <a:avLst/>
          </a:prstGeom>
        </p:spPr>
      </p:pic>
      <p:pic>
        <p:nvPicPr>
          <p:cNvPr id="14" name="Image 1" descr="/home/claude/a12v2/assets/capcut_hero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88552" y="1399032"/>
            <a:ext cx="2606040" cy="3657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63640" y="5193792"/>
            <a:ext cx="5330952" cy="1325880"/>
          </a:xfrm>
          <a:prstGeom prst="roundRect">
            <a:avLst>
              <a:gd name="adj" fmla="val 6207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533095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&amp; TikTok — fast, native-feeling, thumb-stopping in the first second.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92240" y="58338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 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جرّبها دلوقتي — Take the Tweak.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F0952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TAKAA — Assignment 12 Complete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80260"/>
            <a:ext cx="457200" cy="457200"/>
          </a:xfrm>
          <a:prstGeom prst="ellipse">
            <a:avLst/>
          </a:prstGeom>
          <a:solidFill>
            <a:srgbClr val="F095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802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19659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@mohamedostafa5 — profile, bio and content focus set up and optimized.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086100"/>
            <a:ext cx="457200" cy="457200"/>
          </a:xfrm>
          <a:prstGeom prst="ellipse">
            <a:avLst/>
          </a:prstGeom>
          <a:solidFill>
            <a:srgbClr val="F095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86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971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Commercial Video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sec cinematic product film — TAKAA travels through Cairo landmarks to a splash reveal.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091940"/>
            <a:ext cx="457200" cy="457200"/>
          </a:xfrm>
          <a:prstGeom prst="ellipse">
            <a:avLst/>
          </a:prstGeom>
          <a:solidFill>
            <a:srgbClr val="F0952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919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977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Carousel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63440" y="39776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8-slide “5 Signs Your Mood Needs a Tweak” carousel — live on Instagram.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82236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97780"/>
            <a:ext cx="457200" cy="457200"/>
          </a:xfrm>
          <a:prstGeom prst="ellipse">
            <a:avLst/>
          </a:prstGeom>
          <a:solidFill>
            <a:srgbClr val="F0952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9834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 Template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63440" y="49834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product-reveal template adapted with TAKAA's real can, setting and colors.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9893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3A2A14"/>
          </a:solidFill>
          <a:ln w="12700">
            <a:solidFill>
              <a:srgbClr val="F095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9893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0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post — instagram.com/p/DdHJzz-jGrm   ·   Page — instagram.com/mohamedostafa5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690372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F095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690372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TAKAA  ·  TAKE THE TWEAK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2026-09-14T19:45:00Z</dcterms:created>
  <dcterms:modified xsi:type="dcterms:W3CDTF">2026-09-14T19:45:00Z</dcterms:modified>
</cp:coreProperties>
</file>