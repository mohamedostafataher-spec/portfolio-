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87748" y="848041"/>
            <a:ext cx="5168503" cy="3447417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0642" y="1140935"/>
            <a:ext cx="45827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spc="2" kern="0" dirty="0">
                <a:solidFill>
                  <a:srgbClr val="D4AF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ASSIGNMENT 12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280642" y="1526698"/>
            <a:ext cx="4582716" cy="99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950" b="1" dirty="0">
                <a:solidFill>
                  <a:srgbClr val="2C3E5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Facebook Page Creation</a:t>
            </a:r>
            <a:r>
              <a:rPr lang="en-US" sz="2950" b="1" dirty="0">
                <a:solidFill>
                  <a:srgbClr val="2C3E5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r>
              <a:rPr lang="en-US" sz="2950" b="1" dirty="0">
                <a:solidFill>
                  <a:srgbClr val="2C3E5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&amp; Optimization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2280642" y="2663893"/>
            <a:ext cx="45827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4513"/>
                </a:solidFill>
                <a:latin typeface="Noto Serif Arabic" pitchFamily="34" charset="0"/>
                <a:ea typeface="Noto Serif Arabic" pitchFamily="34" charset="-122"/>
                <a:cs typeface="Noto Serif Arabic" pitchFamily="34" charset="-120"/>
              </a:rPr>
              <a:t>وش جديد مصطفي للأثاث والتنجيد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0642" y="3463993"/>
            <a:ext cx="4582716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Mohamed Mostafa Taher Salem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00475" y="3779713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Student ID: 21172333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342900"/>
            <a:ext cx="6432947" cy="46434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Facebook Page Details &amp; Assignment Evidence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985838"/>
            <a:ext cx="4643438" cy="33218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22094" y="1078706"/>
            <a:ext cx="295461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Page name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5322094" y="1285875"/>
            <a:ext cx="16573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oto Serif Arabic" pitchFamily="34" charset="0"/>
                <a:ea typeface="Noto Serif Arabic" pitchFamily="34" charset="-122"/>
                <a:cs typeface="Noto Serif Arabic" pitchFamily="34" charset="-120"/>
              </a:rPr>
              <a:t>وش جديد مصطفي للأثاث والتنجيد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322094" y="1578378"/>
            <a:ext cx="295461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&amp; audience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322094" y="1778403"/>
            <a:ext cx="253603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Product/service · 520 followers · 16 following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322094" y="2078050"/>
            <a:ext cx="295461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322094" y="2285219"/>
            <a:ext cx="210562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Noto Serif Arabic" pitchFamily="34" charset="0"/>
                <a:ea typeface="Noto Serif Arabic" pitchFamily="34" charset="-122"/>
                <a:cs typeface="Noto Serif Arabic" pitchFamily="34" charset="-120"/>
              </a:rPr>
              <a:t>انتريهات، ركن، ستائر، تفصيل حسب الطلب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322094" y="2577722"/>
            <a:ext cx="295461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 details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322094" y="2777747"/>
            <a:ext cx="9465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+20 11 15869239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322094" y="2941662"/>
            <a:ext cx="9536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+20 11 10095403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322094" y="3105578"/>
            <a:ext cx="13787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mdkflow341@gmail.com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322094" y="3405225"/>
            <a:ext cx="295461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Page status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322094" y="3605250"/>
            <a:ext cx="28575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Visible portfolio photos, YouTube link, and “Not yet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22094" y="3769165"/>
            <a:ext cx="103227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rated (0 reviews)”.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5264944" cy="5179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2C3E5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Assignment Summary &amp; Page Link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1000125" y="1203722"/>
            <a:ext cx="71437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8B4513"/>
                </a:solidFill>
                <a:latin typeface="Noto Serif Arabic" pitchFamily="34" charset="0"/>
                <a:ea typeface="Noto Serif Arabic" pitchFamily="34" charset="-122"/>
                <a:cs typeface="Noto Serif Arabic" pitchFamily="34" charset="-120"/>
              </a:rPr>
              <a:t>وش جديد مصطفي للأثاث والتنجيد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00125" y="1771650"/>
            <a:ext cx="71437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Clickable Facebook Page Link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00125" y="2000250"/>
            <a:ext cx="71437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65A7"/>
                </a:solidFill>
                <a:uFill>
                  <a:solidFill>
                    <a:srgbClr val="1B65A7"/>
                  </a:solidFill>
                </a:u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the Facebook Page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0125" y="2268141"/>
            <a:ext cx="71437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Copy this URL: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00125" y="2443163"/>
            <a:ext cx="7143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https://www.facebook.com/share/1LkCKcGVww/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0125" y="2936081"/>
            <a:ext cx="7143750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assignment documents the creation of a Facebook Page for an upholstery and furniture renovation service. The page includes a business identity, service information, contact channels, portfolio photos, and a public link for customers.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0125" y="3825478"/>
            <a:ext cx="714375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Student:</a:t>
            </a:r>
            <a:r>
              <a:rPr lang="en-US" sz="1100" dirty="0">
                <a:solidFill>
                  <a:srgbClr val="2C3E5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Mohamed Mostafa Taher Salem | </a:t>
            </a:r>
            <a:r>
              <a:rPr lang="en-US" sz="1050" b="1" dirty="0">
                <a:solidFill>
                  <a:srgbClr val="8B45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ID:</a:t>
            </a:r>
            <a:r>
              <a:rPr lang="en-US" sz="1100" dirty="0">
                <a:solidFill>
                  <a:srgbClr val="2C3E5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21172333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87761" y="4222626"/>
            <a:ext cx="161805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Category:</a:t>
            </a:r>
            <a:r>
              <a:rPr lang="en-US" sz="95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Product/service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05883" y="4222626"/>
            <a:ext cx="92154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Followers:</a:t>
            </a:r>
            <a:r>
              <a:rPr lang="en-US" sz="95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520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27489" y="4222626"/>
            <a:ext cx="1428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Contact:</a:t>
            </a:r>
            <a:r>
              <a:rPr lang="en-US" sz="950" dirty="0">
                <a:solidFill>
                  <a:srgbClr val="4A4A4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Phone + Email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2026-09-05T16:09:59Z</dcterms:created>
  <dcterms:modified xsi:type="dcterms:W3CDTF">2026-09-05T16:09:59Z</dcterms:modified>
</cp:coreProperties>
</file>